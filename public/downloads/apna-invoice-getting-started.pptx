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164592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2" y="0"/>
            <a:ext cx="305409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9048" y="0"/>
            <a:ext cx="3044952" cy="164592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Apna Invoice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GST invoice in 60 seconds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2971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guide for new users — built for India's MSMEs, SMEs, startups, freelancers and CAs.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983480"/>
            <a:ext cx="3044952" cy="164592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44952" y="4983480"/>
            <a:ext cx="305409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99048" y="4983480"/>
            <a:ext cx="3044952" cy="164592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713232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steps from sign-up to your first paid invoice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417320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17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Sign up free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46120" y="1417320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417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Add your business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80760" y="1417320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417320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1417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your first customer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2267712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267712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26771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Tour the dashboard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46120" y="2267712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46120" y="2267712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226771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Create an invoice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080760" y="2267712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2267712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26771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Auto tax mode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1480" y="3118104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3118104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11810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Review &amp; finalize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46120" y="3118104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3118104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311810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Share with customer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80760" y="3118104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80760" y="3118104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311810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Record payments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11480" y="3968496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" y="3968496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396849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Issue credit notes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246120" y="3968496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46120" y="3968496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29000" y="396849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Track on dashboard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080760" y="3968496"/>
            <a:ext cx="2697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80760" y="3968496"/>
            <a:ext cx="54864" cy="68580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63640" y="396849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Backups &amp; data export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— free, no card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apnainvoice.com and click 'Start free'. Sign-up takes about 30 seconds and never asks for a credit card.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name, email and a strong password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'I agree to Terms &amp; Privacy' (required by DPDP Act)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opt in to occasional product tips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log every consent with timestamp + IP for your audit trail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card.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locks.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India's MSMEs.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business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sign-up, the onboarding wizard collects your business details once — every invoice after that is auto-filled.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name as per GST registration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(15 chars) and PAN — both validated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Address, city, PIN and state (drives CGST/SGST vs IGST)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prefix (e.g. INV) — supports {FY} for auto-reset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upload, default terms, and bank/UPI details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format and PAN are validated server-side before save.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first customer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customer details once and reuse them on every invoice. The state field tells the system how to apply GST.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name (required)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— optional, only for B2B customers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for sharing invoices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+ state — state is mandatory for tax mode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defaults to India (INR-only product)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keep GSTIN blank for retail B2C customers.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the dashboard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home base. The dashboard shows the two numbers that actually matter for an Indian MSME: bills issued and money received.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Bills issued (lifetime + this month + drafts pending)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received (lifetime + this month + receipts issued)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checklist with progress 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amount to collect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Multi-company switcher in the top-right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glance.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month on track?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first invoice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'New invoice'. The form is built so you can issue a clean GST invoice in under a minute.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customer (or click + New to add 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date defaults to today; due date is optional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line items — description, HSN/SAC, qty, rate, GST%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use HSN (4–8 digits); services use SAC (starts with 99)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Defaults: quantity 1, GST 18% — change as needed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user tip: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description, HSN, qty, rate.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tax mode — CGST/SGST or IGST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pick a customer, Apna Invoice instantly compares states and applies the right tax components. No more manual maths.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state = your state → CGST + SGST split (intra-state)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state ≠ your state → single IGST line (inter-state)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Calculation: line total × GST% (e.g. 18% → 9% + 9% intra-state)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total auto-rounded; round-off captured separately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charge tick-box for Section 9(3)/9(4) supplies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of supply,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of deduction —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finalize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editable; final invoices are legally locked. When you click Finalize, the invoice gets a permanent number and the PDF is generated.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invoice number — INV-0001, INV-0002…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Auto-resets every 1 April with the {FY}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in words: Lakhs and Crores (Indian number system)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generated server-side, A4-sized, ink-saver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to amounts/items are blocked after finalize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 complies with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CGST Rule 46(b).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with your customer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finalized, share the invoice the way Indian businesses actually share — WhatsApp first, email second.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— pre-filled message with invoice number + amount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— attaches the PDF automatically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link — secure 30-day signed URL for the customer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PDF — ink-saver mono or full-colour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QR auto-attached if you've added a UPI ID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UPI QR.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paid faster.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payments &amp; issue receipts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customer pays, log it. Apna Invoice auto-generates a sequential receipt number and updates the invoice balance.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UPI, NEFT, RTGS, IMPS, Cheque, Card, Cash, Other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field for transaction ID / cheque number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number auto-assigned (RCPT-0001…)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recalculated; status moves to 'partially paid' or 'paid'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 receipt PDF, customer-shareable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Part-payments and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over-payments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cleanly.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credit notes — Section 34 CGST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returned, rate corrected, or post-sale discount agreed? Issue a credit note to adjust the invoice for GSTR-1.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date, amount and reason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CGST/SGST/IGST automatically pro-rated by amount ratio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credit-note number (CRN-0001…)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balance + status auto-recomputed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Credit-note PDF, GSTR-1-ready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with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34 of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CGST Act.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everything on the dashboard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month. The dashboard plus the Finance section give you the whole picture without spreadsheets.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Bills issued / received this month — at a glance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(receivables) drill-down by customer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P&amp;L: income (accrual) minus expenses logged in Finance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pending — click to finish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invoices by status, date range or customer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month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minutes,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days.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594360" cy="59436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11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84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43000" y="640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&amp; data export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yours. Apna Invoice lets you download or email a complete ZIP at any time — under your DPDP Act rights.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ZIP — invoices, customers, products, payments, expenses (CSV)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weekly auto-backup, emailed every Sunday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deletion is a single click in Profile (DPDP §11)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in India — your data never leaves the country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log viewable on request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2377440" cy="3246120"/>
          </a:xfrm>
          <a:prstGeom prst="rect">
            <a:avLst/>
          </a:prstGeom>
          <a:solidFill>
            <a:srgbClr val="EEF3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2194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rights.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rules.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7132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tips for power users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146304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463040"/>
            <a:ext cx="2743200" cy="10972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83080"/>
            <a:ext cx="457200" cy="457200"/>
          </a:xfrm>
          <a:prstGeom prst="ellipse">
            <a:avLst/>
          </a:prstGeom>
          <a:solidFill>
            <a:srgbClr val="EEF3FC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products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frequently billed items once — name, HSN/SAC, unit, rate, GST%. Auto-fill on every new invoice line. Cuts a 60-second invoice down to 20.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46304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463040"/>
            <a:ext cx="2743200" cy="109728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1783080"/>
            <a:ext cx="457200" cy="4572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7472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QR everywhere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74720" y="288036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UPI ID under Company settings. Every invoice and receipt PDF gets a scan-and-pay QR code that works with any UPI app — PhonePe, GPay, Paytm.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146304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1463040"/>
            <a:ext cx="2743200" cy="109728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783080"/>
            <a:ext cx="457200" cy="457200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8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4652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Multi-GSTIN support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46520" y="288036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more than one business? Add each as a separate company with its own GSTIN, invoice series and customer book. Switch with the dropdown in the top-right.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HERE TO HELP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7132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&amp; support — India-based team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463040"/>
            <a:ext cx="406908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463040"/>
            <a:ext cx="73152" cy="1508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help guide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/help inside your account — 9 sections covering setup → dashboard with Indian-context examples.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406908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463040"/>
            <a:ext cx="73152" cy="1508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0574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support@datasofttechnologies.com — replies within one business day, usually the same day.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3154680"/>
            <a:ext cx="406908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3154680"/>
            <a:ext cx="73152" cy="1508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custom plans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sales@datasofttechnologies.com — for businesses billing 100+ invoices/month or running multiple GSTINs.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154680"/>
            <a:ext cx="406908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3154680"/>
            <a:ext cx="73152" cy="1508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us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749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CAs, consultants, agencies — earn revenue share by referring Indian SMEs. Visit /partners to enrol.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956048"/>
            <a:ext cx="9144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apnainvoice.com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63840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F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164592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2" y="0"/>
            <a:ext cx="305409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9048" y="0"/>
            <a:ext cx="3044952" cy="164592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your first GST invoice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60 seconds.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apnainvoice.com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India's MSMEs, SMEs and startups · No credit card · Unlimited invoices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4983480"/>
            <a:ext cx="3044952" cy="164592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44952" y="4983480"/>
            <a:ext cx="305409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9048" y="4983480"/>
            <a:ext cx="3044952" cy="164592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Datasoft Technologies · Made in India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 with Apna Invoice</dc:title>
  <dc:subject>PptxGenJS Presentation</dc:subject>
  <dc:creator>Datasoft Technologies</dc:creator>
  <cp:lastModifiedBy>Datasoft Technologies</cp:lastModifiedBy>
  <cp:revision>1</cp:revision>
  <dcterms:created xsi:type="dcterms:W3CDTF">2026-04-25T06:45:39Z</dcterms:created>
  <dcterms:modified xsi:type="dcterms:W3CDTF">2026-04-25T06:45:39Z</dcterms:modified>
</cp:coreProperties>
</file>